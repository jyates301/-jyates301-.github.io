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33"/>
    <p:restoredTop autoAdjust="0" sz="94711"/>
  </p:normalViewPr>
  <p:slideViewPr>
    <p:cSldViewPr snapToGrid="0" snapToObjects="1">
      <p:cViewPr varScale="1">
        <p:scale>
          <a:sx d="100" n="84"/>
          <a:sy d="100" n="84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Ai</a:t>
            </a:r>
            <a:r>
              <a:rPr/>
              <a:t> </a:t>
            </a:r>
            <a:r>
              <a:rPr/>
              <a:t>consumption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Software-hardware</a:t>
            </a:r>
            <a:r>
              <a:rPr/>
              <a:t> </a:t>
            </a:r>
            <a:r>
              <a:rPr/>
              <a:t>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br/>
            <a:br/>
            <a:r>
              <a:rPr/>
              <a:t>Jordan</a:t>
            </a:r>
            <a:r>
              <a:rPr/>
              <a:t> </a:t>
            </a:r>
            <a:r>
              <a:rPr/>
              <a:t>Yates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Intro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AI</a:t>
            </a:r>
            <a:r>
              <a:rPr/>
              <a:t> </a:t>
            </a:r>
            <a:r>
              <a:rPr/>
              <a:t>(AI</a:t>
            </a:r>
            <a:r>
              <a:rPr/>
              <a:t> </a:t>
            </a:r>
            <a:r>
              <a:rPr/>
              <a:t>109)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April</a:t>
            </a:r>
            <a:r>
              <a:rPr/>
              <a:t> </a:t>
            </a:r>
            <a:r>
              <a:rPr/>
              <a:t>27,</a:t>
            </a:r>
            <a:r>
              <a:rPr/>
              <a:t> </a:t>
            </a:r>
            <a:r>
              <a:rPr/>
              <a:t>2026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Electrical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computer</a:t>
            </a:r>
            <a:r>
              <a:rPr/>
              <a:t> </a:t>
            </a:r>
            <a:r>
              <a:rPr/>
              <a:t>engineering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career</a:t>
            </a:r>
            <a:r>
              <a:rPr/>
              <a:t> </a:t>
            </a:r>
            <a:r>
              <a:rPr/>
              <a:t>looks</a:t>
            </a:r>
            <a:r>
              <a:rPr/>
              <a:t> </a:t>
            </a:r>
            <a:r>
              <a:rPr/>
              <a:t>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Code that runs </a:t>
            </a:r>
            <a:r>
              <a:rPr b="1"/>
              <a:t>on</a:t>
            </a:r>
            <a:r>
              <a:rPr/>
              <a:t> the machine: design systems where code directly interacts with physical components Ex. Infrared scanner</a:t>
            </a:r>
          </a:p>
          <a:p>
            <a:pPr lvl="1"/>
            <a:r>
              <a:rPr/>
              <a:t>Partner with </a:t>
            </a:r>
            <a:r>
              <a:rPr b="1"/>
              <a:t>EE</a:t>
            </a:r>
            <a:r>
              <a:rPr/>
              <a:t> on bring-up, timing, power, and reliability testing</a:t>
            </a:r>
          </a:p>
          <a:p>
            <a:pPr lvl="1"/>
            <a:r>
              <a:rPr/>
              <a:t>Core skills: </a:t>
            </a:r>
            <a:r>
              <a:rPr b="1"/>
              <a:t>programming</a:t>
            </a:r>
            <a:r>
              <a:rPr/>
              <a:t>, lab fundamentals, doc writing, collaboration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Why</a:t>
            </a:r>
            <a:r>
              <a:rPr/>
              <a:t> </a:t>
            </a:r>
            <a:r>
              <a:rPr/>
              <a:t>I</a:t>
            </a:r>
            <a:r>
              <a:rPr/>
              <a:t> </a:t>
            </a:r>
            <a:r>
              <a:rPr/>
              <a:t>am</a:t>
            </a:r>
            <a:r>
              <a:rPr/>
              <a:t> </a:t>
            </a:r>
            <a:r>
              <a:rPr/>
              <a:t>drawn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I like </a:t>
            </a:r>
            <a:r>
              <a:rPr b="1"/>
              <a:t>innovation</a:t>
            </a:r>
            <a:r>
              <a:rPr/>
              <a:t>: idea → prototype → test → ship</a:t>
            </a:r>
          </a:p>
          <a:p>
            <a:pPr lvl="1"/>
            <a:r>
              <a:rPr/>
              <a:t>Blends </a:t>
            </a:r>
            <a:r>
              <a:rPr b="1"/>
              <a:t>problem solving and creativity</a:t>
            </a:r>
          </a:p>
          <a:p>
            <a:pPr lvl="1"/>
            <a:r>
              <a:rPr/>
              <a:t>Problems are limitless—</a:t>
            </a:r>
            <a:r>
              <a:rPr b="1"/>
              <a:t>so are solutions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AI</a:t>
            </a:r>
            <a:r>
              <a:rPr/>
              <a:t> </a:t>
            </a:r>
            <a:r>
              <a:rPr/>
              <a:t>disruption</a:t>
            </a:r>
            <a:r>
              <a:rPr/>
              <a:t> </a:t>
            </a:r>
            <a:r>
              <a:rPr/>
              <a:t>(automation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reorg)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Boilerplate code &amp; tests</a:t>
            </a:r>
            <a:r>
              <a:rPr/>
              <a:t> automates low-level and some complex coding tasks</a:t>
            </a:r>
          </a:p>
          <a:p>
            <a:pPr lvl="1"/>
            <a:r>
              <a:rPr b="1"/>
              <a:t>Shifts skill demand upward:</a:t>
            </a:r>
            <a:r>
              <a:rPr/>
              <a:t> system architecture, integration, and optimization rather than code from scratch</a:t>
            </a:r>
          </a:p>
          <a:p>
            <a:pPr lvl="1"/>
            <a:r>
              <a:rPr b="1"/>
              <a:t>More advanced systems-Ai driven</a:t>
            </a:r>
            <a:r>
              <a:rPr/>
              <a:t> shifts standard of basic skills</a:t>
            </a:r>
          </a:p>
          <a:p>
            <a:pPr lvl="1"/>
            <a:r>
              <a:rPr b="1"/>
              <a:t>Telemetry triage</a:t>
            </a:r>
            <a:r>
              <a:rPr/>
              <a:t> faster—fewer manual log greps, more model hygiene work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Where</a:t>
            </a:r>
            <a:r>
              <a:rPr/>
              <a:t> </a:t>
            </a:r>
            <a:r>
              <a:rPr/>
              <a:t>models</a:t>
            </a:r>
            <a:r>
              <a:rPr/>
              <a:t> </a:t>
            </a:r>
            <a:r>
              <a:rPr/>
              <a:t>still</a:t>
            </a:r>
            <a:r>
              <a:rPr/>
              <a:t> </a:t>
            </a:r>
            <a:r>
              <a:rPr/>
              <a:t>stumble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Race timing &amp; analog coupling</a:t>
            </a:r>
            <a:r>
              <a:rPr/>
              <a:t> need scopes, probes, and skepticism</a:t>
            </a:r>
          </a:p>
          <a:p>
            <a:pPr lvl="1"/>
            <a:r>
              <a:rPr b="1"/>
              <a:t>Confident wrong registers</a:t>
            </a:r>
            <a:r>
              <a:rPr/>
              <a:t>—always cross-check the PDF errata</a:t>
            </a:r>
          </a:p>
          <a:p>
            <a:pPr lvl="1"/>
            <a:r>
              <a:rPr b="1"/>
              <a:t>Regulated sign-off</a:t>
            </a:r>
            <a:r>
              <a:rPr/>
              <a:t> still rests on humans who can explain every change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AI</a:t>
            </a:r>
            <a:r>
              <a:rPr/>
              <a:t> </a:t>
            </a:r>
            <a:r>
              <a:rPr/>
              <a:t>benefits</a:t>
            </a:r>
            <a:r>
              <a:rPr/>
              <a:t> </a:t>
            </a:r>
            <a:r>
              <a:rPr/>
              <a:t>(stronger</a:t>
            </a:r>
            <a:r>
              <a:rPr/>
              <a:t> </a:t>
            </a:r>
            <a:r>
              <a:rPr/>
              <a:t>work)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Faster </a:t>
            </a:r>
            <a:r>
              <a:rPr b="1"/>
              <a:t>onboarding</a:t>
            </a:r>
            <a:r>
              <a:rPr/>
              <a:t> to unfamiliar peripherals—still verified on the bench</a:t>
            </a:r>
          </a:p>
          <a:p>
            <a:pPr lvl="1"/>
            <a:r>
              <a:rPr/>
              <a:t>Richer </a:t>
            </a:r>
            <a:r>
              <a:rPr b="1"/>
              <a:t>test matrices</a:t>
            </a:r>
            <a:r>
              <a:rPr/>
              <a:t> for parsers, state machines, protocol edges</a:t>
            </a:r>
          </a:p>
          <a:p>
            <a:pPr lvl="1"/>
            <a:r>
              <a:rPr b="1"/>
              <a:t>CI and internal tools</a:t>
            </a:r>
            <a:r>
              <a:rPr/>
              <a:t> easier to drive with natural-language glue</a:t>
            </a:r>
          </a:p>
          <a:p>
            <a:pPr lvl="1"/>
            <a:r>
              <a:rPr b="1"/>
              <a:t>Release notes &amp; cross-design comparisons</a:t>
            </a:r>
            <a:r>
              <a:rPr/>
              <a:t> drafted for human sign-off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Gaining</a:t>
            </a:r>
            <a:r>
              <a:rPr/>
              <a:t> </a:t>
            </a:r>
            <a:r>
              <a:rPr/>
              <a:t>an</a:t>
            </a:r>
            <a:r>
              <a:rPr/>
              <a:t> </a:t>
            </a:r>
            <a:r>
              <a:rPr/>
              <a:t>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Treat AI output as </a:t>
            </a:r>
            <a:r>
              <a:rPr b="1"/>
              <a:t>evidence to reproduce</a:t>
            </a:r>
            <a:r>
              <a:rPr/>
              <a:t>, not authority</a:t>
            </a:r>
          </a:p>
          <a:p>
            <a:pPr lvl="1"/>
            <a:r>
              <a:rPr/>
              <a:t>Maintain </a:t>
            </a:r>
            <a:r>
              <a:rPr b="1"/>
              <a:t>prompt/tooling kits</a:t>
            </a:r>
            <a:r>
              <a:rPr/>
              <a:t> tied to </a:t>
            </a:r>
            <a:r>
              <a:rPr i="1"/>
              <a:t>your</a:t>
            </a:r>
            <a:r>
              <a:rPr/>
              <a:t> boards and style guides</a:t>
            </a:r>
          </a:p>
          <a:p>
            <a:pPr lvl="1"/>
            <a:r>
              <a:rPr b="1"/>
              <a:t>Deliberate practice</a:t>
            </a:r>
            <a:r>
              <a:rPr/>
              <a:t>: quizzes on sampling, interrupts, build flags—then explain aloud</a:t>
            </a:r>
          </a:p>
          <a:p>
            <a:pPr lvl="1"/>
            <a:r>
              <a:rPr b="1"/>
              <a:t>Ship artifacts</a:t>
            </a:r>
            <a:r>
              <a:rPr/>
              <a:t>: public repos, capstones, talks—show judgment, not chat volume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Action</a:t>
            </a:r>
            <a:r>
              <a:rPr/>
              <a:t> </a:t>
            </a:r>
            <a:r>
              <a:rPr/>
              <a:t>plan</a:t>
            </a:r>
            <a:r>
              <a:rPr/>
              <a:t> </a:t>
            </a:r>
            <a:r>
              <a:rPr/>
              <a:t>(next</a:t>
            </a:r>
            <a:r>
              <a:rPr/>
              <a:t> </a:t>
            </a:r>
            <a:r>
              <a:rPr/>
              <a:t>year)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 b="1"/>
              <a:t>Fundamentals first</a:t>
            </a:r>
            <a:r>
              <a:rPr/>
              <a:t>—signals, embedded C, one RTOS—with AI as tutor after you try</a:t>
            </a:r>
          </a:p>
          <a:p>
            <a:pPr lvl="1">
              <a:buAutoNum type="arabicPeriod"/>
            </a:pPr>
            <a:r>
              <a:rPr b="1"/>
              <a:t>One serious end-to-end project</a:t>
            </a:r>
            <a:r>
              <a:rPr/>
              <a:t> with reproducible builds and measured results</a:t>
            </a:r>
          </a:p>
          <a:p>
            <a:pPr lvl="1">
              <a:buAutoNum type="arabicPeriod"/>
            </a:pPr>
            <a:r>
              <a:rPr b="1"/>
              <a:t>Two short talks</a:t>
            </a:r>
            <a:r>
              <a:rPr/>
              <a:t> + a polished </a:t>
            </a:r>
            <a:r>
              <a:rPr b="1"/>
              <a:t>course-site essay</a:t>
            </a:r>
            <a:r>
              <a:rPr/>
              <a:t> with transparent citations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Main</a:t>
            </a:r>
            <a:r>
              <a:rPr/>
              <a:t> </a:t>
            </a:r>
            <a:r>
              <a:rPr/>
              <a:t>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AI </a:t>
            </a:r>
            <a:r>
              <a:rPr b="1"/>
              <a:t>amplifies</a:t>
            </a:r>
            <a:r>
              <a:rPr/>
              <a:t> embedded/EE software work when you own </a:t>
            </a:r>
            <a:r>
              <a:rPr b="1"/>
              <a:t>verification, ethics, and narrative</a:t>
            </a:r>
          </a:p>
          <a:p>
            <a:pPr lvl="1"/>
            <a:r>
              <a:rPr/>
              <a:t>The durable edge is </a:t>
            </a:r>
            <a:r>
              <a:rPr b="1"/>
              <a:t>what you measured</a:t>
            </a:r>
            <a:r>
              <a:rPr/>
              <a:t>, what failed, and what you changed—</a:t>
            </a:r>
            <a:r>
              <a:rPr b="1"/>
              <a:t>on real hardware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consumption in Software-hardware engineering</dc:title>
  <dc:creator>Jordan Yates — Intro to AI (AI 109)</dc:creator>
  <cp:keywords/>
  <dcterms:created xsi:type="dcterms:W3CDTF">2026-04-29T17:43:01Z</dcterms:created>
  <dcterms:modified xsi:type="dcterms:W3CDTF">2026-04-29T17:43:01Z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April 27, 2026 — Electrical &amp; computer engineering</vt:lpwstr>
  </property>
</Properties>
</file>